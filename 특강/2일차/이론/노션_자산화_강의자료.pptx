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31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32"/>
    <p:sldId id="282" r:id="rId3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3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1교시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노션으로 자산화하기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만듭니다.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듣는 모든 수업을 여기에 쌓게 됩니다.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60분 · 노트북 준비 · 무료 계정으로 충분합니다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만드는가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필기는 그대로 두면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뒤에 못 읽는다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81051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중에 적은 건 나만 아는 축약어다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화살표, 별표, 중간에 끊긴 코드, 답 못 들은 물음표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3347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쌓이면 어디에 뭘 적었는지 못 찾는다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흩어지고 검색도 안 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45643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남에게 보여줄 수 없다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37216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이력서에도 포트폴리오에도 못 붙인다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603504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2920" y="4343400"/>
            <a:ext cx="6035040" cy="548640"/>
          </a:xfrm>
          <a:prstGeom prst="roundRect">
            <a:avLst>
              <a:gd name="adj" fmla="val 10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" y="4343400"/>
            <a:ext cx="5705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쓰면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것과 모르는 것이 갈라집니다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파고들어 메우면 개념이 내 것이 되고, 쌓이면 이력서에 붙일 포트폴리오가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1417320"/>
            <a:ext cx="4736592" cy="4297680"/>
          </a:xfrm>
          <a:prstGeom prst="roundRect">
            <a:avLst>
              <a:gd name="adj" fmla="val 638"/>
            </a:avLst>
          </a:prstGeom>
          <a:solidFill>
            <a:srgbClr val="FDFBF3"/>
          </a:solidFill>
          <a:ln w="12700">
            <a:solidFill>
              <a:srgbClr val="EDE7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05472" y="1636776"/>
            <a:ext cx="422452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이상감지 필기 8/11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이상감지 = 평소랑 다른 거 찾기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근데 "평소"를 누가 정하냐 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D14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?????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z-score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- 평균) / 표준편차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넘으면 이상  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D143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근데 왜 3??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 = data.mean()
z = (x - mu) / sigma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B07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 이상치가 평균을 끌어당김 **
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(s - roll.mean()) / roll.std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4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(뒤에 못 따라감)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자산화인가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 알게 되고, 쌓이면 자산이 된다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예쁘게 정리하는 것이 목적이 아닙니다. 쓰는 동안 내 머릿속이 정리됩니다.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2648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빈 페이지에 쓴다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대로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됩니다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358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288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7016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아는 것이 갈라진다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57016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쓰다 막히는 자리가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모르는 자리입니다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0176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 w="25400">
            <a:solidFill>
              <a:srgbClr val="2F6F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91656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모르는 것을 파고든다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1384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그래야 개념이 내 것이 됩니다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2454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36024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36024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45752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노트가 남는다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45752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두고두고 보는 자산이자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이력서에 붙일 포트폴리오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85855" cy="548640"/>
          </a:xfrm>
          <a:prstGeom prst="roundRect">
            <a:avLst>
              <a:gd name="adj" fmla="val 10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7512" y="457200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필기는 3일 뒤에 못 읽지만, 내 말로 쓴 노트는 학기 내내 자랍니다.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1051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— 앞으로 계속 여는 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9848" y="918972"/>
            <a:ext cx="10472623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918972"/>
            <a:ext cx="103628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11185855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1106424"/>
            <a:ext cx="1170432" cy="511149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673352" y="1106424"/>
            <a:ext cx="0" cy="511149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3504" y="121615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3504" y="1216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77240" y="121615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4356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" y="162763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648" y="181965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수신함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0936" y="2011680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76072" y="2162556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" y="21762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8952" y="23682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8/11 이상 감지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8952" y="2560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8/12 …</a:t>
            </a:r>
            <a:endParaRPr lang="en-US" sz="750" dirty="0"/>
          </a:p>
        </p:txBody>
      </p:sp>
      <p:pic>
        <p:nvPicPr>
          <p:cNvPr id="26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106424"/>
            <a:ext cx="10015423" cy="56692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057400" y="1517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205740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2057400" y="243230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하나 만듭니다.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나눠 씁니다.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이해도를 정직하게 고르면 「남은 것」에 모입니다.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57400" y="3154680"/>
            <a:ext cx="9247327" cy="365760"/>
          </a:xfrm>
          <a:prstGeom prst="roundRect">
            <a:avLst>
              <a:gd name="adj" fmla="val 75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130552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368296" y="3154680"/>
            <a:ext cx="8863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057400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057400" y="4078224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57400" y="407822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980944" y="4078224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589020" y="4078224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407408" y="4078224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 2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9613087" y="40782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  ⇅   🔍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0372039" y="4069080"/>
            <a:ext cx="932688" cy="201168"/>
          </a:xfrm>
          <a:prstGeom prst="roundRect">
            <a:avLst>
              <a:gd name="adj" fmla="val 13636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0372039" y="40690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  ▾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057400" y="4279392"/>
            <a:ext cx="9247327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2057400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pic>
        <p:nvPicPr>
          <p:cNvPr id="44" name="Image 1" descr="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517136"/>
            <a:ext cx="2942234" cy="56692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2185416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185416" y="55869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2185416" y="55869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5200802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pic>
        <p:nvPicPr>
          <p:cNvPr id="49" name="Image 2" descr="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946" y="4517136"/>
            <a:ext cx="2942234" cy="56692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328818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에이전트 기초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5328818" y="558698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  <p:txBody>
          <a:bodyPr/>
          <a:p/>
        </p:txBody>
      </p:sp>
      <p:sp>
        <p:nvSpPr>
          <p:cNvPr id="52" name="Text 47"/>
          <p:cNvSpPr/>
          <p:nvPr/>
        </p:nvSpPr>
        <p:spPr>
          <a:xfrm>
            <a:off x="5328818" y="558698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344205" y="4507992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pic>
        <p:nvPicPr>
          <p:cNvPr id="54" name="Image 3" descr="g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349" y="4517136"/>
            <a:ext cx="2942234" cy="56692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8472221" y="5184648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8/13 파이프라인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8472221" y="55869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57" name="Text 51"/>
          <p:cNvSpPr/>
          <p:nvPr/>
        </p:nvSpPr>
        <p:spPr>
          <a:xfrm>
            <a:off x="8472221" y="55869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1051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 — 하루치가 한 화면에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868680"/>
            <a:ext cx="6309360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868680"/>
            <a:ext cx="6309360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9848" y="918972"/>
            <a:ext cx="5596128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91897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6309360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1289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16550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91640" y="1664208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91640" y="1664208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1874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18836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91640" y="18836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0939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🕐 날짜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91640" y="2093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11일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2386584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55117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z-score가 재는 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770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평균에서 몇 칸 떨어졌는지를 재는 값. 단위가 달라도 같은 잣대로 비교할 수 있다.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3118104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33192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평균을 쓰면 안 되는 이유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538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이상치가 평균을 자기 쪽으로 끌어당겨서, 정작 그 이상치가 정상처럼 보인다.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886200"/>
            <a:ext cx="5394960" cy="2743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2688" y="3931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50992" y="39227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▾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22960" y="4270248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" y="44714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오탐과 미탐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6908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임계값을 낮추면 오탐이 늘고 올리면 미탐이 는다.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2960" y="5074920"/>
            <a:ext cx="566928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52395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552297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78408" y="5495544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 크기 정하는 기준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" y="5724144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57058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978408" y="569671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trike="sngStrike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z가 3인 이유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86600" y="123444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spc="-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하나 =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spc="-5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하나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7086600" y="237744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086600" y="249631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08660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52360" y="246888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굵은 제목이 리듬을 만든다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7452360" y="2761488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스크롤만 하면 하루치가 다 읽힌다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86600" y="320040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086600" y="331927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08660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52360" y="329184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 사이는 구분선으로 띄운다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7086600" y="384048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086600" y="3959352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0866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52360" y="393192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그림은 필요한 자리에만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7086600" y="4480560"/>
            <a:ext cx="460217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086600" y="4709160"/>
            <a:ext cx="4602175" cy="685800"/>
          </a:xfrm>
          <a:prstGeom prst="roundRect">
            <a:avLst>
              <a:gd name="adj" fmla="val 8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251192" y="4709160"/>
            <a:ext cx="42729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덩어리에 다 넣지 마세요.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 하나에 전부 밀어넣으면 답답해집니다. 섹션은 제목과 구분선으로 나눕니다.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따라오면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노트가 완성됩니다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페이지 만들기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3484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쓰고 꾸미기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971800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0" y="3008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키보드로 빠르게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기록표 만들기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이해도 칸 만들기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355848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카드 한 장 만들기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양식 한 번만 만들기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3484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안을 개념별로 나누기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739896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55280" y="3776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그림 넣기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 적어 두기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3484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카드로 보기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4123944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5528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분야별 · 남은 것만 보기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링크로 게시하기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43484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  </a:t>
            </a:r>
            <a:pPr indent="0" marL="0">
              <a:buNone/>
            </a:pPr>
            <a:r>
              <a:rPr lang="en-US" sz="120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됐는지 같이 확인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4507992"/>
            <a:ext cx="3291840" cy="0"/>
          </a:xfrm>
          <a:prstGeom prst="line">
            <a:avLst/>
          </a:prstGeom>
          <a:noFill/>
          <a:ln w="12700">
            <a:solidFill>
              <a:srgbClr val="31343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955280" y="4544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  </a:t>
            </a:r>
            <a:pPr indent="0" marL="0">
              <a:buNone/>
            </a:pPr>
            <a:r>
              <a:rPr lang="en-US" sz="120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노트 채우는 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5486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틀을 만듭니다. 채우는 법은 마지막에 다룹니다.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· 아이콘 · 커버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페이지 만들기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아래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 페이지 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 자리에 제목 입력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28803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마우스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아이콘 추가 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14553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이모지 창은 윈도우키 + . 로도 열립니다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70332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67588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옆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커버 추가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색 선택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442569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9224" y="44805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00200"/>
            <a:ext cx="4828032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0" y="160020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67728" y="168249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114032" y="168249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60336" y="168249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24928" y="165049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16368" y="165049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www.notion.so/내-학습-노트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3794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58000" y="1837944"/>
            <a:ext cx="1170432" cy="341985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028432" y="1837944"/>
            <a:ext cx="0" cy="341985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958584" y="194767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958584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132320" y="194767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67728" y="2167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67728" y="23591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86016" y="255117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931152" y="2702052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967728" y="27157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86016" y="2907792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967728" y="307238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750" dirty="0"/>
          </a:p>
        </p:txBody>
      </p:sp>
      <p:pic>
        <p:nvPicPr>
          <p:cNvPr id="48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837944"/>
            <a:ext cx="3657600" cy="4572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302752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8302752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02752" y="2889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아무거나 입력하고 스페이스 키를 눌러…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858000" y="54406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022592" y="54406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30초면 끝납니다.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커버와 아이콘만 있어도 인상이 달라집니다.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블록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슬래시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 넣는다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노션에서 뭔가를 넣는 방법은 이것 하나입니다.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아래 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사용법 세 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24942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내가 읽을 안내입니다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28072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7797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/콜아웃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원칙 한 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엔터로 콜아웃 밖으로 나온 뒤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/제목2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169664"/>
            <a:ext cx="5943600" cy="1371600"/>
          </a:xfrm>
          <a:prstGeom prst="roundRect">
            <a:avLst>
              <a:gd name="adj" fmla="val 4000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수업을 듣고 온 날, 카드를 만듭니다.
카드 안에는 개념을 제목으로 나눕니다.
이해도를 정직하게 고릅니다.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콜아웃 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이해한 걸 먼저 쓴다.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제목2 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1600200"/>
            <a:ext cx="4828032" cy="384048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0" y="160020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67728" y="168249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114032" y="168249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260336" y="168249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24928" y="165049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16368" y="165049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183794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pic>
        <p:nvPicPr>
          <p:cNvPr id="33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37944"/>
            <a:ext cx="4828032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32320" y="2130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13232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13232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만듭니다.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나눕니다.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이해도를 정직하게 고릅니다.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132320" y="3410712"/>
            <a:ext cx="4279392" cy="310896"/>
          </a:xfrm>
          <a:prstGeom prst="roundRect">
            <a:avLst>
              <a:gd name="adj" fmla="val 8824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205472" y="3410712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43216" y="341071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132320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32320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여기에 표가 들어갈 자리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58000" y="562356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022592" y="562356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콜아웃은 한 페이지에 하나만.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 쓰면 눈에 안 띕니다.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단축키 — 마우스 없이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지금부터는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키보드로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+ 스페이스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##   ###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1 · 2 ·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404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글머리 목록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816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목록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227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4050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40740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**굵게**   `코드`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꾸미기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818888"/>
            <a:ext cx="530352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160020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조합   (Mac은 Ctrl → Cmd)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193852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19933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검색 · 이동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235000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24048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안에서 찾기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276148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0" y="2816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281635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링크 복사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0" y="317296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[   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1040" y="32278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· 다음 페이지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0" y="358444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3639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없이 붙여넣기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00800" y="399592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0080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40507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복제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400800" y="440740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00800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윈도우키 + 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21040" y="44622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이모지 창  (Mac은 Ctrl+Cmd+Space)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00800" y="4818888"/>
            <a:ext cx="5285232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02920" y="5029200"/>
            <a:ext cx="11185855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67512" y="5029200"/>
            <a:ext cx="108566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입력 중에는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기호가 안 먹을 수 있습니다. 영문 상태에서 치고 스페이스를 누르세요.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하나에 전부 쌓는다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수업마다 페이지를 새로 만들지 않습니다. 표의 한 줄이 하루입니다.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「수업 기록」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 줄에서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/표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항목의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표 보기 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 「표」는 그냥 칸 나누기 — 다릅니다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새 데이터베이스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16966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7512" y="416966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뒤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딸려 나오는 「태그」 열은 이름 클릭 → 속성 삭제로 지웁니다.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828800"/>
            <a:ext cx="4114800" cy="22402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23760" y="1536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88352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51192" y="2157984"/>
            <a:ext cx="4059936" cy="402336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88352" y="22219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88352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54112" y="2203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보기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54112" y="2377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데이터베이스를 추가합니다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88352" y="26791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88352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54112" y="2660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보기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54112" y="2834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칸반 형태로 봅니다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88352" y="313639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88352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54112" y="3118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 보기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54112" y="3291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형태로 봅니다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88352" y="3547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88352" y="376732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88352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54112" y="3749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54112" y="39227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표 블록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칸은 두 개만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분야가 늘어도 옵션만 추가하면 됩니다. 구조는 그대로입니다.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오른쪽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＋ → 이름 입력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선택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옵션을 하나씩 입력하고 엔터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옵션 ⋯ → 빨강 · 노랑 · 초록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＋ → 이름 입력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선택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169664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이해도 → 설명못함 / 대충앎 / 설명가능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   → AI 실습  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(과목이 늘면 여기에 추가)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600200"/>
            <a:ext cx="374904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71232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374904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571232" y="200253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71232" y="2002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71232" y="227685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71232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34072" y="2523744"/>
            <a:ext cx="3694176" cy="256032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571232" y="255117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2551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6384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71232" y="282549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571232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≔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선택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71232" y="309981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571232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6384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71232" y="3374136"/>
            <a:ext cx="201168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571232" y="3374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9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🕐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384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일시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06640" y="3840480"/>
            <a:ext cx="37490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571232" y="3913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89520" y="41696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589520" y="41696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89520" y="444398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589520" y="444398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89520" y="471830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589520" y="471830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하나 = 하루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아래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새로 만들기 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칸에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+ 수업명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28803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이해도 칸 클릭 → 선택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2920" y="35204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4930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앞 아이콘을 눌러 이모지 지정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37856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갤러리로 볼 때 눈에 띕니다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4425696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9224" y="44805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" y="4663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 = AI 실습 · 이해도 = 설명못함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91640"/>
            <a:ext cx="4828032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14032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14032" y="2368296"/>
            <a:ext cx="534924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114032" y="2368296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22108" y="2368296"/>
            <a:ext cx="32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38360" y="23682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  ⇅   🔍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497312" y="2359152"/>
            <a:ext cx="932688" cy="201168"/>
          </a:xfrm>
          <a:prstGeom prst="roundRect">
            <a:avLst>
              <a:gd name="adj" fmla="val 13636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497312" y="235915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  ▾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114032" y="256946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1403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이름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21715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0177272" y="2660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14032" y="2862072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114032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17152" y="2944368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217152" y="2944368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77272" y="2944368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0177272" y="294436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14032" y="3154680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114032" y="339242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114032" y="3429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새로 만들기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14032" y="36484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 1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58000" y="47548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022592" y="47548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줄에 마우스를 올리면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열기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나옵니다. 누르면 카드 안으로 들어갑니다.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템플릿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양식을 한 번만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만들어두면 새 카드가 항상 같은 모양으로 열립니다.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새로 만들기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옆 작은 ▾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＋ 새 템플릿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본문 입력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줄은 ### + 스페이스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← 뒤로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⋯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기본으로 설정 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169664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" y="4224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본문에 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" y="4407408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개념 이름
개념 이름
다음에 확인할 것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제목3(###)으로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1645920"/>
            <a:ext cx="4828032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템플릿 편집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14032" y="2011680"/>
            <a:ext cx="4315968" cy="274320"/>
          </a:xfrm>
          <a:prstGeom prst="roundRect">
            <a:avLst>
              <a:gd name="adj" fmla="val 100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205472" y="201168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ⓘ  </a:t>
            </a:r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템플릿을 편집하고 있습니다 · </a:t>
            </a:r>
            <a:pPr indent="0" marL="0">
              <a:buNone/>
            </a:pPr>
            <a:r>
              <a:rPr lang="en-US" sz="750" dirty="0">
                <a:solidFill>
                  <a:srgbClr val="2383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뒤로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14032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없음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14032" y="275234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14032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14032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14032" y="3346704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114032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14032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C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14032" y="3950208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114032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14032" y="437997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269480" y="4352544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0" y="544068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022592" y="54406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새로 만들기를 누르면 빈 페이지가 아니라 이 모양이 나옵니다.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본문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제목3으로 나눈다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하나가 제목 하나입니다. 그 아래 내 문장을 씁니다.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표에서 카드 줄에 마우스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열기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###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 → 개념 이름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 → 그 아래에 내 문장 한 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9044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8770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 사이는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---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 구분선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16966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 있으면 답답해 보입니다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085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02920" y="480974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480974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덩어리에 다 넣지 마세요.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콜아웃 하나에 전부 밀어넣으면 숨이 막힙니다.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82803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14032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14032" y="2359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분야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36992" y="2368296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936992" y="2368296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14032" y="2578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◐ 이해도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36992" y="2587752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DBEDDB"/>
          </a:solidFill>
          <a:ln w="12700">
            <a:solidFill>
              <a:srgbClr val="DBEDD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936992" y="2587752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38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14032" y="2852928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14032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14032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14032" y="3474720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14032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14032" y="3858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 · 이미지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그림 넣기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아래에서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``` 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/코드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언어 이름 클릭 → 선택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캡처 후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Ctrl + V 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 슬라이드를 캡처해 붙이면 됩니다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67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3886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설명 한 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02920" y="460857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4608576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스크린샷으로 코드를 저장하지 않습니다.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블록은 복사해서 바로 쓸 수 있습니다.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828032" cy="34747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14032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14032" y="2249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14032" y="2523744"/>
            <a:ext cx="4315968" cy="475488"/>
          </a:xfrm>
          <a:prstGeom prst="roundRect">
            <a:avLst>
              <a:gd name="adj" fmla="val 5769"/>
            </a:avLst>
          </a:prstGeom>
          <a:solidFill>
            <a:srgbClr val="F7F6F3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23760" y="25694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s.rolling(window=60)</a:t>
            </a:r>
            <a:endParaRPr lang="en-US" sz="7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73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(s - roll.mean()) / roll.std()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863072" y="256032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▾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7114032" y="3127248"/>
            <a:ext cx="4315968" cy="914400"/>
          </a:xfrm>
          <a:prstGeom prst="roundRect">
            <a:avLst>
              <a:gd name="adj" fmla="val 3000"/>
            </a:avLst>
          </a:prstGeom>
          <a:solidFill>
            <a:srgbClr val="FBFBFA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114032" y="3127248"/>
            <a:ext cx="4315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 캡처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14032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아래 설명 한 줄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맨 아래에 할 일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아래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###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줄에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[]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스페이스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25054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엔터를 치면 계속 이어집니다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해결한 것은 체크만 하고 지우지 않는다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785616"/>
            <a:ext cx="5943600" cy="82296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2700">
            <a:solidFill>
              <a:srgbClr val="F7F8F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" y="384048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" y="402336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다음에 확인할 것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0A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제목3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못 들은 것 하나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해결한 것 하나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1691640"/>
            <a:ext cx="4828032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 이상 감지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14032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14032" y="2295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내 말로 한 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14032" y="2551176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114032" y="2697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확인할 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14032" y="29992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269480" y="2971800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들은 것 하나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14032" y="321868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CBBB7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69480" y="3191256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볼 것 하나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14032" y="3438144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14032" y="34198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69480" y="3410712"/>
            <a:ext cx="4133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trike="sngStrike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해결한 것 하나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0" y="466344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022592" y="466344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 취소선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됩니다. 남겨두면 진도가 보입니다.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갤러리 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카드로 보기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하나입니다. 보는 창을 하나 더 만드는 것뿐입니다.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「표」 탭 옆 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갤러리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→ 이름 변경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⋯ → 레이아웃 → 카드 미리보기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페이지 콘텐츠 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352958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커버가 없어도 내용이 보입니다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2920" y="408736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0599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탭을 끌어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앞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3525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홈을 열면 이 화면이 먼저 보입니다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91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1691640"/>
            <a:ext cx="4828032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858000" y="169164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67728" y="177393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14032" y="177393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260336" y="177393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24928" y="174193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516368" y="174193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학습 노트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58000" y="192938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114032" y="2075688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14032" y="2075688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37576" y="2075688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645652" y="2075688"/>
            <a:ext cx="32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14032" y="2276856"/>
            <a:ext cx="4315968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114032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pic>
        <p:nvPicPr>
          <p:cNvPr id="41" name="Image 0" descr="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76" y="2395728"/>
            <a:ext cx="1328928" cy="38404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205472" y="2843784"/>
            <a:ext cx="116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05472" y="325526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205472" y="32552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598408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8689848" y="2843784"/>
            <a:ext cx="116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082784" y="2386584"/>
            <a:ext cx="1347216" cy="1143000"/>
          </a:xfrm>
          <a:prstGeom prst="roundRect">
            <a:avLst>
              <a:gd name="adj" fmla="val 2400"/>
            </a:avLst>
          </a:prstGeom>
          <a:solidFill>
            <a:srgbClr val="FCFCFB"/>
          </a:solidFill>
          <a:ln w="12700">
            <a:solidFill>
              <a:srgbClr val="EAEAE8"/>
            </a:solidFill>
            <a:prstDash val="dash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10174224" y="2843784"/>
            <a:ext cx="116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수업이 여기에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6858000" y="4572000"/>
            <a:ext cx="4828032" cy="457200"/>
          </a:xfrm>
          <a:prstGeom prst="roundRect">
            <a:avLst>
              <a:gd name="adj" fmla="val 12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022592" y="457200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표지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각 카드의 커버입니다. 커버를 안 넣으면 회색으로 나옵니다.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뷰 · 필터 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끌어서 바꾸고, 걸러서 본다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0020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보드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그룹화 기준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분야 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과목별로 갈라집니다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→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이름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남은 것 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필터 → 이해도 →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설명가능이 아님 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78561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3785616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기간에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「남은 것」 탭 하나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열면 전 과목 복습 목록이 나옵니다.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645920"/>
            <a:ext cx="4828032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0" y="16459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67728" y="17282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14032" y="17282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60336" y="17282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424928" y="16962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16368" y="16962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분야별 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0" y="18836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77456" y="201168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01000" y="2011680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09076" y="2011680"/>
            <a:ext cx="745236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609076" y="2011680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77456" y="2212848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077456" y="2322576"/>
            <a:ext cx="708660" cy="173736"/>
          </a:xfrm>
          <a:prstGeom prst="roundRect">
            <a:avLst>
              <a:gd name="adj" fmla="val 15789"/>
            </a:avLst>
          </a:prstGeom>
          <a:solidFill>
            <a:srgbClr val="D3E5EF"/>
          </a:solidFill>
          <a:ln w="12700">
            <a:solidFill>
              <a:srgbClr val="D3E5E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77456" y="2322576"/>
            <a:ext cx="7086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33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77456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150608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77456" y="2880360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50608" y="28803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…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577072" y="2322576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E8DEEE"/>
          </a:solidFill>
          <a:ln w="12700">
            <a:solidFill>
              <a:srgbClr val="E8DEE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77072" y="232257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124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577072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650224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9/03 …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076688" y="2322576"/>
            <a:ext cx="813816" cy="173736"/>
          </a:xfrm>
          <a:prstGeom prst="roundRect">
            <a:avLst>
              <a:gd name="adj" fmla="val 15789"/>
            </a:avLst>
          </a:prstGeom>
          <a:solidFill>
            <a:srgbClr val="FADEC9"/>
          </a:solidFill>
          <a:ln w="12700">
            <a:solidFill>
              <a:srgbClr val="FADEC9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076688" y="2322576"/>
            <a:ext cx="813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29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076688" y="2569464"/>
            <a:ext cx="138988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149840" y="2569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 9/05 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58000" y="4160520"/>
            <a:ext cx="4828032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858000" y="4160520"/>
            <a:ext cx="4828032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967728" y="424281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114032" y="424281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260336" y="424281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424928" y="4210812"/>
            <a:ext cx="41148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516368" y="421081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남은 것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58000" y="4398264"/>
            <a:ext cx="4828032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077456" y="452628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001000" y="4526280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609076" y="4526280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427464" y="4526280"/>
            <a:ext cx="955548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427464" y="4526280"/>
            <a:ext cx="9555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077456" y="4727448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912096" y="4526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필터: 이해도 ≠ 설명가능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77456" y="4837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8/12 …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546336" y="4855464"/>
            <a:ext cx="498348" cy="173736"/>
          </a:xfrm>
          <a:prstGeom prst="roundRect">
            <a:avLst>
              <a:gd name="adj" fmla="val 15789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546336" y="4855464"/>
            <a:ext cx="4983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2C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대충앎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77456" y="5056632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077456" y="5111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9/03 …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546336" y="5129784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9546336" y="512978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077456" y="5330952"/>
            <a:ext cx="438912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077456" y="5385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· 여기가 비면 끝난 것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 · 공유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하나로 만든다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링크 하나가 학기 내내 자랍니다.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98424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568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공유 → 게시 탭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62432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highlight>
                  <a:srgbClr val="E7EF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웹에 게시 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켜기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26440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2369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복사 또는 </a:t>
            </a:r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  <a:highlight>
                  <a:srgbClr val="EFF1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Ctrl + L 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904488"/>
            <a:ext cx="256032" cy="256032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8770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시크릿 창</a:t>
            </a:r>
            <a:pPr indent="0" marL="0">
              <a:buNone/>
            </a:pPr>
            <a:r>
              <a:rPr lang="en-US" sz="14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붙여넣어 열리는지 확인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425696"/>
            <a:ext cx="594360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4626864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" y="4626864"/>
            <a:ext cx="5614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공개하면 내용이 전부 보입니다.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전에 한 번 훑으세요.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9520" y="1737360"/>
            <a:ext cx="3566160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0" y="1865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66760" y="18653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66760" y="2103120"/>
            <a:ext cx="384048" cy="0"/>
          </a:xfrm>
          <a:prstGeom prst="line">
            <a:avLst/>
          </a:prstGeom>
          <a:noFill/>
          <a:ln w="25400">
            <a:solidFill>
              <a:srgbClr val="37352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589520" y="2121408"/>
            <a:ext cx="3566160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0" y="2249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웹에 게시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2383E2"/>
          </a:solidFill>
          <a:ln w="12700">
            <a:solidFill>
              <a:srgbClr val="2383E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716768" y="23134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72400" y="2578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엔진 색인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41280" y="2578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7240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템플릿으로 복제 허용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412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켜짐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72400" y="3154680"/>
            <a:ext cx="3200400" cy="274320"/>
          </a:xfrm>
          <a:prstGeom prst="roundRect">
            <a:avLst>
              <a:gd name="adj" fmla="val 10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82128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notion.site/내-학습-노트-a4f9c2…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됐는지 같이 확인 · 10분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안 된 사람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맞춥니다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7043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7043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 아이콘과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커버가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6227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6227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만들기를 누르면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양식이 나온다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32461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25272B"/>
          </a:solidFill>
          <a:ln w="12700">
            <a:solidFill>
              <a:srgbClr val="2527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54112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9A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54112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탭이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손 드세요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틀이 만들어졌습니다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349240"/>
          </a:xfrm>
          <a:prstGeom prst="roundRect">
            <a:avLst>
              <a:gd name="adj" fmla="val 684"/>
            </a:avLst>
          </a:prstGeom>
          <a:solidFill>
            <a:srgbClr val="FFFFFF"/>
          </a:solidFill>
          <a:ln w="12700">
            <a:solidFill>
              <a:srgbClr val="E1E1D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5855" cy="237744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2648" y="95097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58952" y="950976"/>
            <a:ext cx="82296" cy="8229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5256" y="95097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9848" y="918972"/>
            <a:ext cx="10472623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918972"/>
            <a:ext cx="103628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notion.site/내-학습-노트-a4f9c2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106424"/>
            <a:ext cx="11185855" cy="0"/>
          </a:xfrm>
          <a:prstGeom prst="line">
            <a:avLst/>
          </a:prstGeom>
          <a:noFill/>
          <a:ln w="12700">
            <a:solidFill>
              <a:srgbClr val="E5E5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1106424"/>
            <a:ext cx="1170432" cy="5111496"/>
          </a:xfrm>
          <a:prstGeom prst="rect">
            <a:avLst/>
          </a:prstGeom>
          <a:solidFill>
            <a:srgbClr val="FBFBFA"/>
          </a:solidFill>
          <a:ln w="12700">
            <a:solidFill>
              <a:srgbClr val="FBFBF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673352" y="1106424"/>
            <a:ext cx="0" cy="5111496"/>
          </a:xfrm>
          <a:prstGeom prst="line">
            <a:avLst/>
          </a:prstGeom>
          <a:noFill/>
          <a:ln w="12700">
            <a:solidFill>
              <a:srgbClr val="EDED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3504" y="121615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3504" y="1216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77240" y="1216152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김민준의 노션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4356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검색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" y="162763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홈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0936" y="181965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9A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페이지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76072" y="1970532"/>
            <a:ext cx="1014984" cy="173736"/>
          </a:xfrm>
          <a:prstGeom prst="roundRect">
            <a:avLst>
              <a:gd name="adj" fmla="val 10526"/>
            </a:avLst>
          </a:prstGeom>
          <a:solidFill>
            <a:srgbClr val="EDEDEB"/>
          </a:solidFill>
          <a:ln w="12700">
            <a:solidFill>
              <a:srgbClr val="EDED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" y="19842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내 학습 노트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" y="21762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8/11 이상 감지</a:t>
            </a:r>
            <a:endParaRPr lang="en-US" sz="750" dirty="0"/>
          </a:p>
        </p:txBody>
      </p:sp>
      <p:pic>
        <p:nvPicPr>
          <p:cNvPr id="24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106424"/>
            <a:ext cx="10015423" cy="5669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057400" y="1517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205740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학습 노트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2057400" y="2432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수업을 듣고 온 날, 카드를 만듭니다.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안에는 개념을 제목으로 나눕니다.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057400" y="3026664"/>
            <a:ext cx="9247327" cy="365760"/>
          </a:xfrm>
          <a:prstGeom prst="roundRect">
            <a:avLst>
              <a:gd name="adj" fmla="val 75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2130552" y="30266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368296" y="3026664"/>
            <a:ext cx="8863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이해한 걸 먼저 쓴다.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057400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기록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057400" y="3959352"/>
            <a:ext cx="850392" cy="182880"/>
          </a:xfrm>
          <a:prstGeom prst="roundRect">
            <a:avLst>
              <a:gd name="adj" fmla="val 15000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057400" y="3959352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갤러리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980944" y="3959352"/>
            <a:ext cx="534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▦ 표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589020" y="3959352"/>
            <a:ext cx="7452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▥ 분야별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407408" y="3959352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남은 것 1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057400" y="4160520"/>
            <a:ext cx="9247327" cy="0"/>
          </a:xfrm>
          <a:prstGeom prst="line">
            <a:avLst/>
          </a:prstGeom>
          <a:noFill/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2057400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pic>
        <p:nvPicPr>
          <p:cNvPr id="39" name="Image 1" descr="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407408"/>
            <a:ext cx="2942234" cy="56692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185416" y="5074920"/>
            <a:ext cx="27044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3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8/11 이상 감지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2185416" y="5477256"/>
            <a:ext cx="603504" cy="173736"/>
          </a:xfrm>
          <a:prstGeom prst="roundRect">
            <a:avLst>
              <a:gd name="adj" fmla="val 15789"/>
            </a:avLst>
          </a:prstGeom>
          <a:solidFill>
            <a:srgbClr val="FFE2DD"/>
          </a:solidFill>
          <a:ln w="12700">
            <a:solidFill>
              <a:srgbClr val="FFE2DD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2185416" y="547725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17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설명못함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5200802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AEAE8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5328818" y="5074920"/>
            <a:ext cx="2704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페이지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344205" y="4398264"/>
            <a:ext cx="2960522" cy="1417320"/>
          </a:xfrm>
          <a:prstGeom prst="roundRect">
            <a:avLst>
              <a:gd name="adj" fmla="val 1935"/>
            </a:avLst>
          </a:prstGeom>
          <a:solidFill>
            <a:srgbClr val="FCFCFB"/>
          </a:solidFill>
          <a:ln w="12700">
            <a:solidFill>
              <a:srgbClr val="EAEAE8"/>
            </a:solidFill>
            <a:prstDash val="dash"/>
          </a:ln>
        </p:spPr>
        <p:txBody>
          <a:bodyPr/>
          <a:p/>
        </p:txBody>
      </p:sp>
      <p:sp>
        <p:nvSpPr>
          <p:cNvPr id="46" name="Text 42"/>
          <p:cNvSpPr/>
          <p:nvPr/>
        </p:nvSpPr>
        <p:spPr>
          <a:xfrm>
            <a:off x="8472221" y="5074920"/>
            <a:ext cx="2704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수업이 여기에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노트에 내 말로 채웁니다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</a:t>
            </a:r>
            <a:pPr indent="0" marL="0">
              <a:buNone/>
            </a:pPr>
            <a:r>
              <a:rPr lang="en-US" sz="3100" b="1" spc="-60" kern="0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</a:t>
            </a:r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그다음 교정받는다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먼저 물어보면 그 답을 읽고 끝납니다. 순서를 바꾸면 결과가 달라집니다.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2648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내가 먼저 쓴다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대로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됩니다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358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288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7016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AI에게 교정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57016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"이렇게 이해했는데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0176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5F8FE"/>
          </a:solidFill>
          <a:ln w="25400">
            <a:solidFill>
              <a:srgbClr val="2F6F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91656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뭘 모르는지 드러난다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1384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핵심입니다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2454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36024" y="228600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36024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45752" y="290779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다시 쓴다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45752" y="340156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카드에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들어갑니다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85855" cy="548640"/>
          </a:xfrm>
          <a:prstGeom prst="roundRect">
            <a:avLst>
              <a:gd name="adj" fmla="val 10000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7512" y="457200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정의도 마찬가지입니다.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똑같아야 정답이 아니라 의미가 같으면 됩니다. 외우지 말고, 내가 이해한 말로 쓴 다음 교정받으세요. 내 말로 설명할 수 없으면 아직 모르는 것입니다.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것을 푸는 방법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용어까지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내려갔다가 올라온다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실타래를 푼다고 생각하세요.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내려가야 풀립니다.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" y="3566160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읽었는데 또 모르는 단어가 있으면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단어를 다시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물어봅니다. 바닥까지 내려간 다음, 이해한 것을 엮으며 올라옵니다.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시작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0568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무슨 소리지?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075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1단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207568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50608" y="2075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그럼 이 용어는 뭔데?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7340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2단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73405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70648" y="2734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또 뭘 재는 값이지?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이해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339242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70648" y="3392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 이거구나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0" y="40507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엮기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405079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0608" y="4050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그렇게 되는구나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709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완성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47091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3056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 내 문장으로 한 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안 다룬 기능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필요해지면 그때 찾아보면 됩니다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컬럼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9244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블록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블록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9768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9768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· 타임라인 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92440" y="2441448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9244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관계형 · 롤업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976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(유료)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92440" y="3008376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924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클리퍼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· 멘션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9768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29768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첨부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92440" y="3575304"/>
            <a:ext cx="3566160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09244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복제 · 되돌리기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4754880"/>
            <a:ext cx="108566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늘면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정리가 아니라 노션 관리를 하게 됩니다. 오늘 만든 것만으로 학기 내내 씁니다.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틀은 만들었습니다.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여기에 쌓으면 됩니다.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0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받겠습니다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27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외우지 말고 의미로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아니라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같으면 정답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정의를 토시까지 외우는 건 잘못된 습관입니다.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쓰고 검증받으세요.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" y="3566160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정의도 마찬가지입니다. 표현은 내 자유이고, 의미가 같으면 정답입니다.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0568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교과서: 평균에서 몇 표준편차 떨어졌는가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075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207568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50608" y="2075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말: 평소보다 얼마나 튀었는지 재는 값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7340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73405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70648" y="2734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둘, 의미가 같은가?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339242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70648" y="3392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 → 정답입니다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0" y="40507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405079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0608" y="4050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다르다 → 어디가 다른지 다시 묻는다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709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47091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3056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문장으로 카드에 남긴다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5855" cy="0"/>
          </a:xfrm>
          <a:prstGeom prst="line">
            <a:avLst/>
          </a:prstGeom>
          <a:noFill/>
          <a:ln w="12700">
            <a:solidFill>
              <a:srgbClr val="E6E8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설명할 수 없으면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spc="-60" kern="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모르는 것이다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덮고, 누군가에게 말하듯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7E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설명해 보세요.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661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DF7EA"/>
          </a:solidFill>
          <a:ln w="12700">
            <a:solidFill>
              <a:srgbClr val="FDF7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" y="3566160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자리가 아직 모르는 자리입니다. 그 자리만 다시 파고들면 됩니다.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B076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4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덮기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0568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덮는다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075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207568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50608" y="2075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소리 내어 설명해 본다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27340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막힘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734056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70648" y="2734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막히는 자리가 나온다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3392424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70648" y="3392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다시 묻고 카드를 고친다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0" y="40507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재시도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405079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0608" y="4050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덮고 다시 설명해 본다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709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47091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EDF3FD"/>
          </a:solidFill>
          <a:ln w="12700">
            <a:solidFill>
              <a:srgbClr val="EDF3F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3056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말할 수 있으면 아는 것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경남대 특강 · Day 2 · 노션으로 자산화하기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743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CA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25735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BC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노션으로 자산화하기</dc:title>
  <dc:subject>PptxGenJS Presentation</dc:subject>
  <dc:creator>경남대 특강</dc:creator>
  <cp:lastModifiedBy>경남대 특강</cp:lastModifiedBy>
  <cp:revision>1</cp:revision>
  <dcterms:created xsi:type="dcterms:W3CDTF">2026-08-10T08:45:49Z</dcterms:created>
  <dcterms:modified xsi:type="dcterms:W3CDTF">2026-08-10T08:45:49Z</dcterms:modified>
</cp:coreProperties>
</file>