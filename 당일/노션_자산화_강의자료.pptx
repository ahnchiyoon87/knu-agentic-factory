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1교시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5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노션으로 자산화하기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520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만듭니다.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듣는 모든 수업을 여기에 쌓게 됩니다.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60분 · 노트북 준비 · 무료 계정으로 충분합니다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24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만드는가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필기는 그대로 두면 </a:t>
            </a:r>
            <a:pPr indent="0" marL="0">
              <a:buNone/>
            </a:pPr>
            <a:r>
              <a:rPr lang="en-US" sz="3100" b="1" spc="-6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3일 뒤에 못 읽는다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603504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10512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중에 적은 건 나만 아는 축약어다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207568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화살표, 별표, 중간에 끊긴 코드, 답 못 들은 물음표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603504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33472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6060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쌓이면 어디에 뭘 적었는지 못 찾는다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289864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파일이 흩어지고 검색도 안 된다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337560"/>
            <a:ext cx="603504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456432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4290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남에게 보여줄 수 없다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68680" y="372160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이력서에도 포트폴리오에도 못 붙인다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160520"/>
            <a:ext cx="603504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343400"/>
            <a:ext cx="6035040" cy="548640"/>
          </a:xfrm>
          <a:prstGeom prst="roundRect">
            <a:avLst>
              <a:gd name="adj" fmla="val 10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343400"/>
            <a:ext cx="5705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곳에 쌓고 · 골라 보고 · 링크로 보여줄 수 있는 틀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만들어 둡니다.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49440" y="1417320"/>
            <a:ext cx="4736592" cy="4297680"/>
          </a:xfrm>
          <a:prstGeom prst="roundRect">
            <a:avLst>
              <a:gd name="adj" fmla="val 638"/>
            </a:avLst>
          </a:prstGeom>
          <a:solidFill>
            <a:srgbClr val="FDFBF3"/>
          </a:solidFill>
          <a:ln w="12700">
            <a:solidFill>
              <a:srgbClr val="EDE7D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05472" y="1636776"/>
            <a:ext cx="4224528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이상감지 필기 8/11
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이상감지 = 평소랑 다른 거 찾기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근데 "평소"를 누가 정하냐 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b="1" dirty="0">
                <a:solidFill>
                  <a:srgbClr val="D143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?????
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z-score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(x - 평균) / 표준편차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넘으면 이상  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b="1" dirty="0">
                <a:solidFill>
                  <a:srgbClr val="D143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근데 왜 3??
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 = data.mean()
z = (x - mu) / sigma
</a:t>
            </a:r>
            <a:pPr indent="0" marL="0">
              <a:lnSpc>
                <a:spcPts val="1600"/>
              </a:lnSpc>
              <a:buNone/>
            </a:pPr>
            <a:r>
              <a:rPr lang="en-US" sz="900" b="1" dirty="0">
                <a:solidFill>
                  <a:srgbClr val="B07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 이상치가 평균을 끌어당김 **
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 = s.rolling(window=60)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(s - roll.mean()) / roll.std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(뒤에 못 따라감)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24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산출물 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81051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— 앞으로 계속 여는 곳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68680"/>
            <a:ext cx="11185855" cy="5349240"/>
          </a:xfrm>
          <a:prstGeom prst="roundRect">
            <a:avLst>
              <a:gd name="adj" fmla="val 684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868680"/>
            <a:ext cx="11185855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95097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95097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95097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918972"/>
            <a:ext cx="10472623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918972"/>
            <a:ext cx="1036289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notion.site/내-학습-노트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1106424"/>
            <a:ext cx="11185855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106424"/>
            <a:ext cx="1170432" cy="5111496"/>
          </a:xfrm>
          <a:prstGeom prst="rect">
            <a:avLst/>
          </a:prstGeom>
          <a:solidFill>
            <a:srgbClr val="FBFBFA"/>
          </a:solidFill>
          <a:ln w="12700">
            <a:solidFill>
              <a:srgbClr val="FBF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73352" y="1106424"/>
            <a:ext cx="0" cy="5111496"/>
          </a:xfrm>
          <a:prstGeom prst="line">
            <a:avLst/>
          </a:prstGeom>
          <a:noFill/>
          <a:ln w="12700">
            <a:solidFill>
              <a:srgbClr val="EDED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121615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121615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777240" y="1216152"/>
            <a:ext cx="850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김민준의 노션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" y="143560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검색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2648" y="162763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🏠 홈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2648" y="181965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📥 수신함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0936" y="2011680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9A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페이지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76072" y="2162556"/>
            <a:ext cx="1014984" cy="173736"/>
          </a:xfrm>
          <a:prstGeom prst="roundRect">
            <a:avLst>
              <a:gd name="adj" fmla="val 10526"/>
            </a:avLst>
          </a:prstGeom>
          <a:solidFill>
            <a:srgbClr val="EDEDEB"/>
          </a:solidFill>
          <a:ln w="12700">
            <a:solidFill>
              <a:srgbClr val="EDED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217627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 내 학습 노트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58952" y="236829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 8/11 이상 감지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58952" y="256032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 8/12 …</a:t>
            </a:r>
            <a:endParaRPr lang="en-US" sz="750" dirty="0"/>
          </a:p>
        </p:txBody>
      </p:sp>
      <p:pic>
        <p:nvPicPr>
          <p:cNvPr id="26" name="Image 0" descr="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1106424"/>
            <a:ext cx="10015423" cy="56692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2057400" y="15179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2057400" y="20208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학습 노트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2057400" y="2432304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수업을 듣고 온 날, 카드를 하나 만듭니다.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안에는 개념을 제목으로 나눠 씁니다.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이해도를 정직하게 고르면 「남은 것」에 모입니다.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057400" y="3154680"/>
            <a:ext cx="9247327" cy="365760"/>
          </a:xfrm>
          <a:prstGeom prst="roundRect">
            <a:avLst>
              <a:gd name="adj" fmla="val 7500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130552" y="3154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368296" y="3154680"/>
            <a:ext cx="8863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이해한 걸 먼저 쓴다.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2057400" y="3712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기록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2057400" y="4078224"/>
            <a:ext cx="850392" cy="182880"/>
          </a:xfrm>
          <a:prstGeom prst="roundRect">
            <a:avLst>
              <a:gd name="adj" fmla="val 15000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057400" y="4078224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 갤러리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2980944" y="4078224"/>
            <a:ext cx="534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▦ 표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589020" y="4078224"/>
            <a:ext cx="7452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▥ 분야별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4407408" y="4078224"/>
            <a:ext cx="11658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🔁 남은 것 2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9613087" y="40782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   ⇅   🔍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10372039" y="4069080"/>
            <a:ext cx="932688" cy="201168"/>
          </a:xfrm>
          <a:prstGeom prst="roundRect">
            <a:avLst>
              <a:gd name="adj" fmla="val 13636"/>
            </a:avLst>
          </a:prstGeom>
          <a:solidFill>
            <a:srgbClr val="2383E2"/>
          </a:solidFill>
          <a:ln w="12700">
            <a:solidFill>
              <a:srgbClr val="2383E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372039" y="406908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만들기  ▾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2057400" y="4279392"/>
            <a:ext cx="9247327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057400" y="4507992"/>
            <a:ext cx="2960522" cy="14173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pic>
        <p:nvPicPr>
          <p:cNvPr id="44" name="Image 1" descr="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4517136"/>
            <a:ext cx="2942234" cy="566928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2185416" y="5184648"/>
            <a:ext cx="27044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8/11 이상 감지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2185416" y="5586984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DBEDDB"/>
          </a:solidFill>
          <a:ln w="12700">
            <a:solidFill>
              <a:srgbClr val="DBEDDB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2185416" y="5586984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38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설명가능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5200802" y="4507992"/>
            <a:ext cx="2960522" cy="14173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pic>
        <p:nvPicPr>
          <p:cNvPr id="49" name="Image 2" descr="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946" y="4517136"/>
            <a:ext cx="2942234" cy="566928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5328818" y="5184648"/>
            <a:ext cx="27044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8/12 에이전트 기초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5328818" y="5586984"/>
            <a:ext cx="498348" cy="173736"/>
          </a:xfrm>
          <a:prstGeom prst="roundRect">
            <a:avLst>
              <a:gd name="adj" fmla="val 15789"/>
            </a:avLst>
          </a:prstGeom>
          <a:solidFill>
            <a:srgbClr val="FDECC8"/>
          </a:solidFill>
          <a:ln w="12700">
            <a:solidFill>
              <a:srgbClr val="FDECC8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5328818" y="5586984"/>
            <a:ext cx="4983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02C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대충앎</a:t>
            </a:r>
            <a:endParaRPr lang="en-US" sz="800" dirty="0"/>
          </a:p>
        </p:txBody>
      </p:sp>
      <p:sp>
        <p:nvSpPr>
          <p:cNvPr id="53" name="Shape 48"/>
          <p:cNvSpPr/>
          <p:nvPr/>
        </p:nvSpPr>
        <p:spPr>
          <a:xfrm>
            <a:off x="8344205" y="4507992"/>
            <a:ext cx="2960522" cy="14173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pic>
        <p:nvPicPr>
          <p:cNvPr id="54" name="Image 3" descr="g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349" y="4517136"/>
            <a:ext cx="2942234" cy="566928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8472221" y="5184648"/>
            <a:ext cx="27044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 8/13 파이프라인</a:t>
            </a:r>
            <a:endParaRPr lang="en-US" sz="950" dirty="0"/>
          </a:p>
        </p:txBody>
      </p:sp>
      <p:sp>
        <p:nvSpPr>
          <p:cNvPr id="56" name="Shape 50"/>
          <p:cNvSpPr/>
          <p:nvPr/>
        </p:nvSpPr>
        <p:spPr>
          <a:xfrm>
            <a:off x="8472221" y="5586984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FFE2DD"/>
          </a:solidFill>
          <a:ln w="12700">
            <a:solidFill>
              <a:srgbClr val="FFE2DD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8472221" y="5586984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17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설명못함</a:t>
            </a:r>
            <a:endParaRPr lang="en-US" sz="800" dirty="0"/>
          </a:p>
        </p:txBody>
      </p:sp>
      <p:sp>
        <p:nvSpPr>
          <p:cNvPr id="58" name="Text 52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59" name="Text 53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60" name="Text 54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24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산출물 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81051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안 — 하루치가 한 화면에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68680"/>
            <a:ext cx="6309360" cy="5349240"/>
          </a:xfrm>
          <a:prstGeom prst="roundRect">
            <a:avLst>
              <a:gd name="adj" fmla="val 684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868680"/>
            <a:ext cx="6309360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95097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95097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95097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918972"/>
            <a:ext cx="5596128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91897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8/11 이상 감지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1106424"/>
            <a:ext cx="6309360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2893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8/11 이상 감지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165506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◐ 분야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91640" y="1664208"/>
            <a:ext cx="708660" cy="173736"/>
          </a:xfrm>
          <a:prstGeom prst="roundRect">
            <a:avLst>
              <a:gd name="adj" fmla="val 15789"/>
            </a:avLst>
          </a:prstGeom>
          <a:solidFill>
            <a:srgbClr val="D3E5EF"/>
          </a:solidFill>
          <a:ln w="12700">
            <a:solidFill>
              <a:srgbClr val="D3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1664208"/>
            <a:ext cx="7086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33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실습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" y="18745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◐ 이해도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91640" y="1883664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DBEDDB"/>
          </a:solidFill>
          <a:ln w="12700">
            <a:solidFill>
              <a:srgbClr val="DBED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1883664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38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설명가능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" y="20939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🕐 날짜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91640" y="20939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8월 11일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2386584"/>
            <a:ext cx="566928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55117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z-score가 재는 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27706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평균에서 몇 칸 떨어졌는지를 재는 값. 단위가 달라도 같은 잣대로 비교할 수 있다.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960" y="3118104"/>
            <a:ext cx="566928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31927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평균을 쓰면 안 되는 이유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35387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이상치가 평균을 자기 쪽으로 끌어당겨서, 정작 그 이상치가 정상처럼 보인다.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2960" y="3886200"/>
            <a:ext cx="5394960" cy="274320"/>
          </a:xfrm>
          <a:prstGeom prst="roundRect">
            <a:avLst>
              <a:gd name="adj" fmla="val 10000"/>
            </a:avLst>
          </a:prstGeom>
          <a:solidFill>
            <a:srgbClr val="F7F6F3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39319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73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 = s.rolling(window=60)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50992" y="392277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▾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822960" y="4270248"/>
            <a:ext cx="566928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47141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오탐과 미탐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46908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임계값을 낮추면 오탐이 늘고 올리면 미탐이 는다.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22960" y="5074920"/>
            <a:ext cx="566928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23951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확인할 것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" y="5522976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CBB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8408" y="5495544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윈도 크기 정하는 기준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22960" y="5724144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2383E2"/>
          </a:solidFill>
          <a:ln w="12700">
            <a:solidFill>
              <a:srgbClr val="2383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705856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978408" y="569671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trike="sngStrike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z가 3인 이유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86600" y="1234440"/>
            <a:ext cx="4602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600" b="1" spc="-5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하나 =</a:t>
            </a:r>
            <a:endParaRPr lang="en-US" sz="26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600" b="1" spc="-5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하나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7086600" y="2377440"/>
            <a:ext cx="460217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86600" y="2496312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44" name="Text 42"/>
          <p:cNvSpPr/>
          <p:nvPr/>
        </p:nvSpPr>
        <p:spPr>
          <a:xfrm>
            <a:off x="7086600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52360" y="2468880"/>
            <a:ext cx="4236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굵은 제목이 리듬을 만든다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7452360" y="2761488"/>
            <a:ext cx="4236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스크롤만 하면 하루치가 다 읽힌다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086600" y="3200400"/>
            <a:ext cx="460217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86600" y="3319272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49" name="Text 47"/>
          <p:cNvSpPr/>
          <p:nvPr/>
        </p:nvSpPr>
        <p:spPr>
          <a:xfrm>
            <a:off x="7086600" y="3319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52360" y="3291840"/>
            <a:ext cx="4236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섹션 사이는 구분선으로 띄운다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7086600" y="3840480"/>
            <a:ext cx="460217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86600" y="3959352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53" name="Text 51"/>
          <p:cNvSpPr/>
          <p:nvPr/>
        </p:nvSpPr>
        <p:spPr>
          <a:xfrm>
            <a:off x="708660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52360" y="3931920"/>
            <a:ext cx="4236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코드와 그림은 필요한 자리에만</a:t>
            </a:r>
            <a:endParaRPr lang="en-US" sz="1450" dirty="0"/>
          </a:p>
        </p:txBody>
      </p:sp>
      <p:sp>
        <p:nvSpPr>
          <p:cNvPr id="55" name="Shape 53"/>
          <p:cNvSpPr/>
          <p:nvPr/>
        </p:nvSpPr>
        <p:spPr>
          <a:xfrm>
            <a:off x="7086600" y="4480560"/>
            <a:ext cx="460217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86600" y="4709160"/>
            <a:ext cx="4602175" cy="685800"/>
          </a:xfrm>
          <a:prstGeom prst="roundRect">
            <a:avLst>
              <a:gd name="adj" fmla="val 8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51192" y="4709160"/>
            <a:ext cx="42729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덩어리에 다 넣지 마세요.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콜아웃 하나에 전부 밀어넣으면 답답해집니다. 섹션은 제목과 구분선으로 나눕니다.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24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9A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기능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4173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1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13개 · 순서대로 하면</a:t>
            </a:r>
            <a:endParaRPr lang="en-US" sz="31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1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틀이 완성됩니다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914400" y="2971800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0083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· 아이콘 · 커버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34840" y="2971800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30083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블록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55280" y="2971800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30083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단축키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355848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924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3355848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33924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3355848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33924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추가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739896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764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템플릿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3739896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37764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본문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3739896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37764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· 이미지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123944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160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체크박스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4840" y="4123944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4160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갤러리 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55280" y="4123944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4160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보드 · 필터 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4507992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544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 · 공유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4507992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4544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＋  </a:t>
            </a:r>
            <a:pPr indent="0" marL="0">
              <a:buNone/>
            </a:pPr>
            <a:r>
              <a:rPr lang="en-US" sz="1200" dirty="0">
                <a:solidFill>
                  <a:srgbClr val="79A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 하기 10분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55280" y="4507992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4544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＋  </a:t>
            </a:r>
            <a:pPr indent="0" marL="0">
              <a:buNone/>
            </a:pPr>
            <a:r>
              <a:rPr lang="en-US" sz="1200" dirty="0">
                <a:solidFill>
                  <a:srgbClr val="79A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우는 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5486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내용은 형식만 채웁니다.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내용은 오후 수업 때.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24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· 아이콘 · 커버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페이지 만들기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5727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 아래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＋ 새 페이지 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212140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4028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21284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글씨 자리에 제목 입력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276148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88036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85292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마우스 →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아이콘 추가 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14553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이모지 창은 윈도우키 + . 로도 열립니다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58444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70332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67588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옆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커버 추가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색 선택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02920" y="422452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425696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F7F8F9"/>
          </a:solidFill>
          <a:ln w="12700">
            <a:solidFill>
              <a:srgbClr val="F7F8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4805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9224" y="4663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학습 노트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0" y="1600200"/>
            <a:ext cx="4828032" cy="36576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160020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67728" y="168249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14032" y="168249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60336" y="168249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24928" y="165049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16368" y="165049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www.notion.so/내-학습-노트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858000" y="183794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0" y="1837944"/>
            <a:ext cx="1170432" cy="3419856"/>
          </a:xfrm>
          <a:prstGeom prst="rect">
            <a:avLst/>
          </a:prstGeom>
          <a:solidFill>
            <a:srgbClr val="FBFBFA"/>
          </a:solidFill>
          <a:ln w="12700">
            <a:solidFill>
              <a:srgbClr val="FBF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28432" y="1837944"/>
            <a:ext cx="0" cy="3419856"/>
          </a:xfrm>
          <a:prstGeom prst="line">
            <a:avLst/>
          </a:prstGeom>
          <a:noFill/>
          <a:ln w="12700">
            <a:solidFill>
              <a:srgbClr val="EDED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58584" y="194767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58584" y="19476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7132320" y="1947672"/>
            <a:ext cx="850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김민준의 노션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67728" y="216712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검색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967728" y="235915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🏠 홈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986016" y="2551176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9A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페이지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6931152" y="2702052"/>
            <a:ext cx="1014984" cy="173736"/>
          </a:xfrm>
          <a:prstGeom prst="roundRect">
            <a:avLst>
              <a:gd name="adj" fmla="val 10526"/>
            </a:avLst>
          </a:prstGeom>
          <a:solidFill>
            <a:srgbClr val="EDEDEB"/>
          </a:solidFill>
          <a:ln w="12700">
            <a:solidFill>
              <a:srgbClr val="EDED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67728" y="271576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 내 학습 노트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986016" y="2907792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9A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967728" y="3072384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새 페이지</a:t>
            </a:r>
            <a:endParaRPr lang="en-US" sz="750" dirty="0"/>
          </a:p>
        </p:txBody>
      </p:sp>
      <p:pic>
        <p:nvPicPr>
          <p:cNvPr id="48" name="Image 0" descr="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1837944"/>
            <a:ext cx="3657600" cy="45720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8302752" y="21305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8302752" y="2523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학습 노트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302752" y="28895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C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아무거나 입력하고 스페이스 키를 눌러…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6858000" y="5440680"/>
            <a:ext cx="4828032" cy="457200"/>
          </a:xfrm>
          <a:prstGeom prst="roundRect">
            <a:avLst>
              <a:gd name="adj" fmla="val 12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022592" y="5440680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30초면 끝납니다.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커버와 아이콘만 있어도 인상이 달라집니다.</a:t>
            </a:r>
            <a:endParaRPr lang="en-US" sz="1150" dirty="0"/>
          </a:p>
        </p:txBody>
      </p:sp>
      <p:sp>
        <p:nvSpPr>
          <p:cNvPr id="54" name="Text 51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24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블록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슬래시 </a:t>
            </a:r>
            <a:pPr indent="0" marL="0">
              <a:buNone/>
            </a:pPr>
            <a:r>
              <a:rPr lang="en-US" sz="3100" b="1" spc="-6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로 넣는다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노션에서 뭔가를 넣는 방법은 이것 하나입니다.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8424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9568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아래 줄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사용법 세 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224942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 뒤의 내가 읽을 안내입니다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8833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80720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07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77977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엔터 →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/콜아웃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원칙 한 줄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44728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47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41985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엔터로 콜아웃 밖으로 나온 뒤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/제목2 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396849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169664"/>
            <a:ext cx="5943600" cy="1371600"/>
          </a:xfrm>
          <a:prstGeom prst="roundRect">
            <a:avLst>
              <a:gd name="adj" fmla="val 4000"/>
            </a:avLst>
          </a:prstGeom>
          <a:solidFill>
            <a:srgbClr val="F7F8F9"/>
          </a:solidFill>
          <a:ln w="12700">
            <a:solidFill>
              <a:srgbClr val="F7F8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" y="4224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입력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9224" y="4407408"/>
            <a:ext cx="5669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수업을 듣고 온 날, 카드를 만듭니다.
카드 안에는 개념을 제목으로 나눕니다.
이해도를 정직하게 고릅니다.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0A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 콜아웃 ─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이해한 걸 먼저 쓴다.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0A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 제목2 ─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수업 기록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0" y="1600200"/>
            <a:ext cx="4828032" cy="384048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160020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67728" y="168249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14032" y="168249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0336" y="168249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24928" y="165049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16368" y="165049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학습 노트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58000" y="183794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</p:sp>
      <p:pic>
        <p:nvPicPr>
          <p:cNvPr id="33" name="Image 0" descr="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837944"/>
            <a:ext cx="4828032" cy="4572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132320" y="21305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7132320" y="2523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학습 노트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132320" y="28437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수업을 듣고 온 날, 카드를 만듭니다.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안에는 개념을 제목으로 나눕니다.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이해도를 정직하게 고릅니다.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132320" y="3410712"/>
            <a:ext cx="4279392" cy="310896"/>
          </a:xfrm>
          <a:prstGeom prst="roundRect">
            <a:avLst>
              <a:gd name="adj" fmla="val 8824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205472" y="3410712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443216" y="3410712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이해한 걸 먼저 쓴다.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132320" y="38313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기록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132320" y="4087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C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여기에 표가 들어갈 자리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858000" y="5623560"/>
            <a:ext cx="4828032" cy="457200"/>
          </a:xfrm>
          <a:prstGeom prst="roundRect">
            <a:avLst>
              <a:gd name="adj" fmla="val 12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022592" y="5623560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콜아웃은 한 페이지에 하나만.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개 쓰면 눈에 안 띕니다.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24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단축키 — 마우스 없이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지금부터는 </a:t>
            </a:r>
            <a:pPr indent="0" marL="0">
              <a:buNone/>
            </a:pPr>
            <a:r>
              <a:rPr lang="en-US" sz="3100" b="1" spc="-6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키보드로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 + 스페이스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938528"/>
            <a:ext cx="530352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933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##   ###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3160" y="19933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1 · 2 · 3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350008"/>
            <a:ext cx="530352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04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24048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글머리 목록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761488"/>
            <a:ext cx="530352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163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23160" y="28163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 목록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172968"/>
            <a:ext cx="530352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27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23160" y="32278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체크박스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584448"/>
            <a:ext cx="530352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23160" y="36393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구분선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3995928"/>
            <a:ext cx="530352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50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23160" y="40507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블록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4407408"/>
            <a:ext cx="530352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462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**굵게**   `코드`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23160" y="44622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꾸미기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4818888"/>
            <a:ext cx="530352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600200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조합   (Mac은 Ctrl → Cmd)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0" y="1938528"/>
            <a:ext cx="5285232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9933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199339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검색 · 이동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0" y="2350008"/>
            <a:ext cx="5285232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2404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F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21040" y="240487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안에서 찾기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0" y="2761488"/>
            <a:ext cx="5285232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28163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21040" y="281635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링크 복사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0" y="3172968"/>
            <a:ext cx="5285232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227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[   ]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21040" y="322783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· 다음 페이지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400800" y="3584448"/>
            <a:ext cx="5285232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Shift + V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21040" y="363931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없이 붙여넣기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400800" y="3995928"/>
            <a:ext cx="5285232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4050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21040" y="405079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복제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400800" y="4407408"/>
            <a:ext cx="5285232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4462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윈도우키 + 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321040" y="446227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이모지 창  (Mac은 Ctrl+Cmd+Space)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6400800" y="4818888"/>
            <a:ext cx="5285232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" y="5029200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7512" y="5029200"/>
            <a:ext cx="108566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입력 중에는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기호가 안 먹을 수 있습니다. 영문 상태에서 치고 스페이스를 누르세요.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24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하나에 전부 쌓는다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수업마다 페이지를 새로 만들지 않습니다. 표의 한 줄이 하루입니다.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8424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9568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「수업 기록」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빈 줄에서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/표 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2432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5968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항목의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표 보기 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288950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아래쪽 「표」는 그냥 칸 나누기 — 다릅니다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44728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47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41985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소스 →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새 데이터베이스 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396849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169664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4169664"/>
            <a:ext cx="5614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뒤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딸려 나오는 「태그」 열은 이름 클릭 → 속성 삭제로 지웁니다.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23760" y="1828800"/>
            <a:ext cx="4114800" cy="224028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23760" y="15361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88352" y="1920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51192" y="2157984"/>
            <a:ext cx="4059936" cy="402336"/>
          </a:xfrm>
          <a:prstGeom prst="rect">
            <a:avLst/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88352" y="222199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88352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▤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54112" y="22037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보기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754112" y="23774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인라인 데이터베이스를 추가합니다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388352" y="267919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88352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54112" y="26609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보드 보기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754112" y="28346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칸반 형태로 봅니다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388352" y="313639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88352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54112" y="31181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갤러리 보기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754112" y="32918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형태로 봅니다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388352" y="3547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388352" y="3767328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88352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54112" y="37490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754112" y="392277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간단한 표 블록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24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칸은 두 개만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분야가 늘어도 옵션만 추가하면 됩니다. 구조는 그대로입니다.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8424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9568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오른쪽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＋ → 이름 입력 →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선택 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2432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5968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옵션을 하나씩 입력하고 엔터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288950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옵션 ⋯ → 빨강 · 노랑 · 초록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44728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47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41985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＋ → 이름 입력 →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선택 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396849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169664"/>
            <a:ext cx="5943600" cy="777240"/>
          </a:xfrm>
          <a:prstGeom prst="roundRect">
            <a:avLst>
              <a:gd name="adj" fmla="val 7059"/>
            </a:avLst>
          </a:prstGeom>
          <a:solidFill>
            <a:srgbClr val="F7F8F9"/>
          </a:solidFill>
          <a:ln w="12700">
            <a:solidFill>
              <a:srgbClr val="F7F8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" y="4224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9224" y="4407408"/>
            <a:ext cx="5669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이해도 → 설명못함 / 대충앎 / 설명가능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분야   → AI 실습  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0A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(과목이 늘면 여기에 추가)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06640" y="1600200"/>
            <a:ext cx="374904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71232" y="1673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06640" y="1920240"/>
            <a:ext cx="374904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71232" y="2002536"/>
            <a:ext cx="201168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71232" y="2002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571232" y="2276856"/>
            <a:ext cx="201168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71232" y="2276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63840" y="2249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34072" y="2523744"/>
            <a:ext cx="3694176" cy="256032"/>
          </a:xfrm>
          <a:prstGeom prst="rect">
            <a:avLst/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71232" y="2551176"/>
            <a:ext cx="201168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71232" y="2551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◐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863840" y="25237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✓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71232" y="2825496"/>
            <a:ext cx="201168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71232" y="2825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≔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63840" y="2798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선택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571232" y="3099816"/>
            <a:ext cx="201168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71232" y="3099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☑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863840" y="3072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체크박스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71232" y="3374136"/>
            <a:ext cx="201168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71232" y="3374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🕐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863840" y="3346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일시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406640" y="3840480"/>
            <a:ext cx="3749040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3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571232" y="39136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589520" y="4169664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FFE2DD"/>
          </a:solidFill>
          <a:ln w="12700">
            <a:solidFill>
              <a:srgbClr val="FFE2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0" y="4169664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17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설명못함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589520" y="4443984"/>
            <a:ext cx="498348" cy="173736"/>
          </a:xfrm>
          <a:prstGeom prst="roundRect">
            <a:avLst>
              <a:gd name="adj" fmla="val 15789"/>
            </a:avLst>
          </a:prstGeom>
          <a:solidFill>
            <a:srgbClr val="FDECC8"/>
          </a:solidFill>
          <a:ln w="12700">
            <a:solidFill>
              <a:srgbClr val="FDECC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89520" y="4443984"/>
            <a:ext cx="4983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02C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대충앎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589520" y="4718304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DBEDDB"/>
          </a:solidFill>
          <a:ln w="12700">
            <a:solidFill>
              <a:srgbClr val="DBED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0" y="4718304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38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설명가능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24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추가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 하나 = 하루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5727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아래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＋ 새로 만들기 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212140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4028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21284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칸에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+ 수업명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276148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88036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85292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분야 · 이해도 칸 클릭 → 선택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340156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52044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349300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 앞 아이콘을 눌러 이모지 지정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8680" y="378561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갤러리로 볼 때 눈에 띕니다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22452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425696"/>
            <a:ext cx="5943600" cy="658368"/>
          </a:xfrm>
          <a:prstGeom prst="roundRect">
            <a:avLst>
              <a:gd name="adj" fmla="val 8333"/>
            </a:avLst>
          </a:prstGeom>
          <a:solidFill>
            <a:srgbClr val="F7F8F9"/>
          </a:solidFill>
          <a:ln w="12700">
            <a:solidFill>
              <a:srgbClr val="F7F8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4805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9224" y="4663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8/11 이상 감지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0A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분야 = AI 실습 · 이해도 = 설명못함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0" y="1691640"/>
            <a:ext cx="4828032" cy="283464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169164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67728" y="177393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14032" y="177393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60336" y="177393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24928" y="174193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16368" y="174193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학습 노트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858000" y="192938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4032" y="20574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기록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14032" y="2368296"/>
            <a:ext cx="534924" cy="182880"/>
          </a:xfrm>
          <a:prstGeom prst="roundRect">
            <a:avLst>
              <a:gd name="adj" fmla="val 15000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14032" y="2368296"/>
            <a:ext cx="534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▦ 표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722108" y="2368296"/>
            <a:ext cx="324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38360" y="23682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   ⇅   🔍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0497312" y="2359152"/>
            <a:ext cx="932688" cy="201168"/>
          </a:xfrm>
          <a:prstGeom prst="roundRect">
            <a:avLst>
              <a:gd name="adj" fmla="val 13636"/>
            </a:avLst>
          </a:prstGeom>
          <a:solidFill>
            <a:srgbClr val="2383E2"/>
          </a:solidFill>
          <a:ln w="12700">
            <a:solidFill>
              <a:srgbClr val="2383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97312" y="235915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만들기  ▾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114032" y="2569464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14032" y="26609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 이름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9217152" y="26609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◐ 분야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0177272" y="26609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◐ 이해도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114032" y="2862072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14032" y="29169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8/11 이상 감지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217152" y="2944368"/>
            <a:ext cx="708660" cy="173736"/>
          </a:xfrm>
          <a:prstGeom prst="roundRect">
            <a:avLst>
              <a:gd name="adj" fmla="val 15789"/>
            </a:avLst>
          </a:prstGeom>
          <a:solidFill>
            <a:srgbClr val="D3E5EF"/>
          </a:solidFill>
          <a:ln w="12700">
            <a:solidFill>
              <a:srgbClr val="D3E5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17152" y="2944368"/>
            <a:ext cx="7086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33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실습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177272" y="2944368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FFE2DD"/>
          </a:solidFill>
          <a:ln w="12700">
            <a:solidFill>
              <a:srgbClr val="FFE2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77272" y="2944368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17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설명못함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114032" y="3154680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14032" y="3392424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14032" y="3429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새로 만들기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114032" y="3648456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개수 1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58000" y="4754880"/>
            <a:ext cx="4828032" cy="457200"/>
          </a:xfrm>
          <a:prstGeom prst="roundRect">
            <a:avLst>
              <a:gd name="adj" fmla="val 12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22592" y="4754880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줄에 마우스를 올리면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열기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나옵니다. 누르면 카드 안으로 들어갑니다.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24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템플릿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양식을 한 번만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만들어두면 새 카드가 항상 같은 모양으로 열립니다.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8424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9568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파란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새로 만들기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옆 작은 ▾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2432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5968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＋ 새 템플릿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본문 입력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288950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줄은 ### + 스페이스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44728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47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41985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← 뒤로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⋯ →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기본으로 설정 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396849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169664"/>
            <a:ext cx="5943600" cy="960120"/>
          </a:xfrm>
          <a:prstGeom prst="roundRect">
            <a:avLst>
              <a:gd name="adj" fmla="val 5714"/>
            </a:avLst>
          </a:prstGeom>
          <a:solidFill>
            <a:srgbClr val="F7F8F9"/>
          </a:solidFill>
          <a:ln w="12700">
            <a:solidFill>
              <a:srgbClr val="F7F8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" y="4224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본문에 입력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9224" y="4407408"/>
            <a:ext cx="5669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개념 이름
개념 이름
다음에 확인할 것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0A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전부 제목3(###)으로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0" y="1645920"/>
            <a:ext cx="4828032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164592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67728" y="172821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14032" y="172821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0336" y="172821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24928" y="169621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16368" y="169621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템플릿 편집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58000" y="188366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14032" y="2011680"/>
            <a:ext cx="4315968" cy="274320"/>
          </a:xfrm>
          <a:prstGeom prst="roundRect">
            <a:avLst>
              <a:gd name="adj" fmla="val 10000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05472" y="201168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ⓘ  </a:t>
            </a:r>
            <a:pPr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기록</a:t>
            </a:r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템플릿을 편집하고 있습니다 · </a:t>
            </a:r>
            <a:pPr indent="0" marL="0">
              <a:buNone/>
            </a:pPr>
            <a:r>
              <a:rPr lang="en-US" sz="750" dirty="0">
                <a:solidFill>
                  <a:srgbClr val="2383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뒤로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114032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없음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114032" y="2752344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14032" y="2889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이름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14032" y="3108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C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내 말로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114032" y="3346704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14032" y="3493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14032" y="37124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C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내 말로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114032" y="3950208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14032" y="4096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확인할 것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14032" y="4379976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CBBB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9480" y="4352544"/>
            <a:ext cx="4133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58000" y="5440680"/>
            <a:ext cx="4828032" cy="457200"/>
          </a:xfrm>
          <a:prstGeom prst="roundRect">
            <a:avLst>
              <a:gd name="adj" fmla="val 12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22592" y="5440680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새로 만들기를 누르면 빈 페이지가 아니라 이 모양이 나옵니다.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24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본문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제목3으로 나눈다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하나가 제목 하나입니다. 그 아래 내 문장을 씁니다.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8424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9568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표에서 카드 줄에 마우스 →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열기 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2432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5968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###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+ 스페이스 → 개념 이름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314553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26440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23697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엔터 → 그 아래에 내 문장 한 줄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90448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904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87705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섹션 사이는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---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로 구분선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8680" y="416966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붙어 있으면 답답해 보입니다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60857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809744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4809744"/>
            <a:ext cx="5614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덩어리에 다 넣지 마세요.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콜아웃 하나에 전부 밀어넣으면 숨이 막힙니다.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0" y="1645920"/>
            <a:ext cx="4828032" cy="374904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164592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67728" y="172821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14032" y="172821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60336" y="172821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24928" y="169621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16368" y="169621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8/11 이상 감지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858000" y="188366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4032" y="2011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8/11 이상 감지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14032" y="2359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◐ 분야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936992" y="2368296"/>
            <a:ext cx="708660" cy="173736"/>
          </a:xfrm>
          <a:prstGeom prst="roundRect">
            <a:avLst>
              <a:gd name="adj" fmla="val 15789"/>
            </a:avLst>
          </a:prstGeom>
          <a:solidFill>
            <a:srgbClr val="D3E5EF"/>
          </a:solidFill>
          <a:ln w="12700">
            <a:solidFill>
              <a:srgbClr val="D3E5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36992" y="2368296"/>
            <a:ext cx="7086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33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실습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14032" y="2578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◐ 이해도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936992" y="2587752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DBEDDB"/>
          </a:solidFill>
          <a:ln w="12700">
            <a:solidFill>
              <a:srgbClr val="DBED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36992" y="2587752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38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설명가능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114032" y="2852928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14032" y="29992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이름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14032" y="32186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내 말로 한 줄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114032" y="3474720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14032" y="3639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이름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14032" y="3858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내 말로 한 줄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24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블록 · 이미지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코드와 그림 넣기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5727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아래에서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``` 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186537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/코드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0428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42316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39572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위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언어 이름 클릭 → 선택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294436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06324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03580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그림은 캡처 후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Ctrl + V 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8680" y="332841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강의자료 슬라이드를 캡처해 붙이면 됩니다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76732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88620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886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38587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설명 한 줄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02920" y="440740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608576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4608576"/>
            <a:ext cx="5614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스크린샷으로 코드를 저장하지 않습니다.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블록은 복사해서 바로 쓸 수 있습니다.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0" y="1645920"/>
            <a:ext cx="4828032" cy="347472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164592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67728" y="172821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14032" y="172821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60336" y="172821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24928" y="169621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16368" y="169621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8/11 이상 감지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858000" y="188366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4032" y="20299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이름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14032" y="22494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내 말로 한 줄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114032" y="2523744"/>
            <a:ext cx="4315968" cy="475488"/>
          </a:xfrm>
          <a:prstGeom prst="roundRect">
            <a:avLst>
              <a:gd name="adj" fmla="val 5769"/>
            </a:avLst>
          </a:prstGeom>
          <a:solidFill>
            <a:srgbClr val="F7F6F3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2569464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73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 = s.rolling(window=60)</a:t>
            </a:r>
            <a:endParaRPr lang="en-US" sz="7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73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(s - roll.mean()) / roll.std()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0863072" y="256032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▾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7114032" y="3127248"/>
            <a:ext cx="4315968" cy="914400"/>
          </a:xfrm>
          <a:prstGeom prst="roundRect">
            <a:avLst>
              <a:gd name="adj" fmla="val 3000"/>
            </a:avLst>
          </a:prstGeom>
          <a:solidFill>
            <a:srgbClr val="FBFBFA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14032" y="3127248"/>
            <a:ext cx="4315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7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강의자료 캡처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14032" y="40965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아래 설명 한 줄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체크박스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맨 아래에 할 일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5727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아래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###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+ 스페이스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212140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4028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21284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줄에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[]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+ 스페이스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250545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엔터를 치면 계속 이어집니다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94436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06324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03580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해결한 것은 체크만 하고 지우지 않는다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358444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785616"/>
            <a:ext cx="5943600" cy="822960"/>
          </a:xfrm>
          <a:prstGeom prst="roundRect">
            <a:avLst>
              <a:gd name="adj" fmla="val 6667"/>
            </a:avLst>
          </a:prstGeom>
          <a:solidFill>
            <a:srgbClr val="F7F8F9"/>
          </a:solidFill>
          <a:ln w="12700">
            <a:solidFill>
              <a:srgbClr val="F7F8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384048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9224" y="402336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다음에 확인할 것  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0A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제목3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못 들은 것 하나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해결한 것 하나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0" y="1691640"/>
            <a:ext cx="4828032" cy="27432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169164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67728" y="177393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14032" y="177393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0336" y="177393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24928" y="174193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16368" y="174193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8/11 이상 감지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858000" y="192938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14032" y="2075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이름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14032" y="22951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내 말로 한 줄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14032" y="2551176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4032" y="2697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확인할 것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14032" y="2999232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CBB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2971800"/>
            <a:ext cx="4133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들은 것 하나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114032" y="321868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CBB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9480" y="3191256"/>
            <a:ext cx="4133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볼 것 하나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114032" y="3438144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2383E2"/>
          </a:solidFill>
          <a:ln w="12700">
            <a:solidFill>
              <a:srgbClr val="2383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14032" y="3419856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7269480" y="3410712"/>
            <a:ext cx="4133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trike="sngStrike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해결한 것 하나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858000" y="4663440"/>
            <a:ext cx="4828032" cy="457200"/>
          </a:xfrm>
          <a:prstGeom prst="roundRect">
            <a:avLst>
              <a:gd name="adj" fmla="val 12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22592" y="4663440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체크하면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회색 취소선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됩니다. 남겨두면 진도가 보입니다.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갤러리 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카드로 보기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데이터는 하나입니다. 보는 창을 하나 더 만드는 것뿐입니다.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8424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9568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위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「표」 탭 옆 ＋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2432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5968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갤러리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선택 → 이름 변경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314553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26440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23697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⋯ → 레이아웃 → 카드 미리보기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페이지 콘텐츠 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8680" y="352958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커버가 없어도 내용이 보입니다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96849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08736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087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405993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탭을 끌어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앞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8680" y="435254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홈을 열면 이 화면이 먼저 보입니다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79145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58000" y="1691640"/>
            <a:ext cx="4828032" cy="265176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0" y="169164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67728" y="177393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14032" y="177393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60336" y="177393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24928" y="174193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16368" y="174193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학습 노트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858000" y="192938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14032" y="2075688"/>
            <a:ext cx="850392" cy="182880"/>
          </a:xfrm>
          <a:prstGeom prst="roundRect">
            <a:avLst>
              <a:gd name="adj" fmla="val 15000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4032" y="2075688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 갤러리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037576" y="2075688"/>
            <a:ext cx="534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▦ 표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645652" y="2075688"/>
            <a:ext cx="324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114032" y="2276856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14032" y="2386584"/>
            <a:ext cx="1347216" cy="1143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pic>
        <p:nvPicPr>
          <p:cNvPr id="41" name="Image 0" descr="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176" y="2395728"/>
            <a:ext cx="1328928" cy="384048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7205472" y="2843784"/>
            <a:ext cx="116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8/11 이상 감지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7205472" y="3255264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FFE2DD"/>
          </a:solidFill>
          <a:ln w="12700">
            <a:solidFill>
              <a:srgbClr val="FFE2D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05472" y="3255264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17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설명못함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8598408" y="2386584"/>
            <a:ext cx="1347216" cy="1143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689848" y="2843784"/>
            <a:ext cx="116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새 페이지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10082784" y="2386584"/>
            <a:ext cx="1347216" cy="1143000"/>
          </a:xfrm>
          <a:prstGeom prst="roundRect">
            <a:avLst>
              <a:gd name="adj" fmla="val 2400"/>
            </a:avLst>
          </a:prstGeom>
          <a:solidFill>
            <a:srgbClr val="FCFCFB"/>
          </a:solidFill>
          <a:ln w="12700">
            <a:solidFill>
              <a:srgbClr val="EAEAE8"/>
            </a:solidFill>
            <a:prstDash val="dash"/>
          </a:ln>
        </p:spPr>
      </p:sp>
      <p:sp>
        <p:nvSpPr>
          <p:cNvPr id="48" name="Text 45"/>
          <p:cNvSpPr/>
          <p:nvPr/>
        </p:nvSpPr>
        <p:spPr>
          <a:xfrm>
            <a:off x="10174224" y="2843784"/>
            <a:ext cx="116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7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수업이 여기에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6858000" y="4572000"/>
            <a:ext cx="4828032" cy="457200"/>
          </a:xfrm>
          <a:prstGeom prst="roundRect">
            <a:avLst>
              <a:gd name="adj" fmla="val 12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022592" y="4572000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표지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각 카드의 커버입니다. 커버를 안 넣으면 회색으로 나옵니다.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24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보드 뷰 · 필터 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끌어서 바꾸고, 걸러서 본다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5727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→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보드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그룹화 기준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분야 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186537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과목별로 갈라집니다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0428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42316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39572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→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표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이름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남은 것 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294436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06324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03580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필터 → 이해도 →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설명가능이 아님 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358444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785616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785616"/>
            <a:ext cx="5614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기간에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「남은 것」 탭 하나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열면 전 과목 복습 목록이 나옵니다.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0" y="1645920"/>
            <a:ext cx="4828032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0" y="164592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67728" y="172821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14032" y="172821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60336" y="172821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24928" y="169621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16368" y="169621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분야별 보드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858000" y="188366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77456" y="2011680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 갤러리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001000" y="2011680"/>
            <a:ext cx="534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▦ 표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609076" y="2011680"/>
            <a:ext cx="745236" cy="182880"/>
          </a:xfrm>
          <a:prstGeom prst="roundRect">
            <a:avLst>
              <a:gd name="adj" fmla="val 15000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09076" y="2011680"/>
            <a:ext cx="7452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▥ 분야별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077456" y="2212848"/>
            <a:ext cx="438912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77456" y="2322576"/>
            <a:ext cx="708660" cy="173736"/>
          </a:xfrm>
          <a:prstGeom prst="roundRect">
            <a:avLst>
              <a:gd name="adj" fmla="val 15789"/>
            </a:avLst>
          </a:prstGeom>
          <a:solidFill>
            <a:srgbClr val="D3E5EF"/>
          </a:solidFill>
          <a:ln w="12700">
            <a:solidFill>
              <a:srgbClr val="D3E5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77456" y="2322576"/>
            <a:ext cx="7086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33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실습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077456" y="2569464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50608" y="256946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8/11 이상 감지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077456" y="2880360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50608" y="288036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8/12 …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577072" y="2322576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E8DEEE"/>
          </a:solidFill>
          <a:ln w="12700">
            <a:solidFill>
              <a:srgbClr val="E8D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77072" y="232257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124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알고리즘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577072" y="2569464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50224" y="256946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🧩 9/03 …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0076688" y="2322576"/>
            <a:ext cx="813816" cy="173736"/>
          </a:xfrm>
          <a:prstGeom prst="roundRect">
            <a:avLst>
              <a:gd name="adj" fmla="val 15789"/>
            </a:avLst>
          </a:prstGeom>
          <a:solidFill>
            <a:srgbClr val="FADEC9"/>
          </a:solidFill>
          <a:ln w="12700">
            <a:solidFill>
              <a:srgbClr val="FADEC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76688" y="2322576"/>
            <a:ext cx="813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929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076688" y="2569464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49840" y="256946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🗄 9/05 …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858000" y="4160520"/>
            <a:ext cx="4828032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858000" y="416052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67728" y="424281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14032" y="424281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60336" y="424281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24928" y="421081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16368" y="421081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남은 것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58000" y="439826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77456" y="4526280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 갤러리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001000" y="4526280"/>
            <a:ext cx="534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▦ 표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609076" y="4526280"/>
            <a:ext cx="7452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▥ 분야별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427464" y="4526280"/>
            <a:ext cx="955548" cy="182880"/>
          </a:xfrm>
          <a:prstGeom prst="roundRect">
            <a:avLst>
              <a:gd name="adj" fmla="val 15000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27464" y="4526280"/>
            <a:ext cx="9555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🔁 남은 것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077456" y="4727448"/>
            <a:ext cx="438912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912096" y="4526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필터: 이해도 ≠ 설명가능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077456" y="48371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8/12 …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546336" y="4855464"/>
            <a:ext cx="498348" cy="173736"/>
          </a:xfrm>
          <a:prstGeom prst="roundRect">
            <a:avLst>
              <a:gd name="adj" fmla="val 15789"/>
            </a:avLst>
          </a:prstGeom>
          <a:solidFill>
            <a:srgbClr val="FDECC8"/>
          </a:solidFill>
          <a:ln w="12700">
            <a:solidFill>
              <a:srgbClr val="FDECC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546336" y="4855464"/>
            <a:ext cx="4983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02C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대충앎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077456" y="5056632"/>
            <a:ext cx="438912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77456" y="5111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🧩 9/03 …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546336" y="5129784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FFE2DD"/>
          </a:solidFill>
          <a:ln w="12700">
            <a:solidFill>
              <a:srgbClr val="FFE2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546336" y="5129784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17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설명못함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077456" y="5330952"/>
            <a:ext cx="438912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77456" y="5385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 · 여기가 비면 끝난 것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24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 · 공유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 하나로 만든다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링크 하나가 학기 내내 자랍니다.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8424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9568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위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공유 → 게시 탭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2432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5968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웹에 게시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켜기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314553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26440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23697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 복사 또는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Ctrl + L 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90448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904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87705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시크릿 창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붙여넣어 열리는지 확인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02920" y="442569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626864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626864"/>
            <a:ext cx="5614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공개하면 내용이 전부 보입니다.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올리기 전에 한 번 훑으세요.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589520" y="1737360"/>
            <a:ext cx="3566160" cy="210312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72400" y="1865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66760" y="1865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66760" y="2103120"/>
            <a:ext cx="384048" cy="0"/>
          </a:xfrm>
          <a:prstGeom prst="line">
            <a:avLst/>
          </a:prstGeom>
          <a:noFill/>
          <a:ln w="25400">
            <a:solidFill>
              <a:srgbClr val="37352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2121408"/>
            <a:ext cx="356616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22494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웹에 게시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515600" y="2286000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2383E2"/>
          </a:solidFill>
          <a:ln w="12700">
            <a:solidFill>
              <a:srgbClr val="2383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716768" y="231343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2578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엔진 색인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241280" y="25786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꺼짐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772400" y="2834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템플릿으로 복제 허용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241280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켜짐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772400" y="3154680"/>
            <a:ext cx="3200400" cy="274320"/>
          </a:xfrm>
          <a:prstGeom prst="roundRect">
            <a:avLst>
              <a:gd name="adj" fmla="val 10000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82128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notion.site/내-학습-노트-a4f9c2…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24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9A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하기 · 10분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1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 안 된 사람</a:t>
            </a:r>
            <a:endParaRPr lang="en-US" sz="31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1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맞춥니다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914400" y="324612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25272B"/>
          </a:solidFill>
          <a:ln w="12700">
            <a:solidFill>
              <a:srgbClr val="252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34290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9A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70432" y="3703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홈에 아이콘과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커버가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0" y="324612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25272B"/>
          </a:solidFill>
          <a:ln w="12700">
            <a:solidFill>
              <a:srgbClr val="252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2272" y="34290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9A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62272" y="3703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만들기를 누르면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양식이 나온다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0" y="324612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25272B"/>
          </a:solidFill>
          <a:ln w="12700">
            <a:solidFill>
              <a:srgbClr val="252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54112" y="34290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9A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54112" y="3703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탭이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개다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손 드세요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24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틀이 만들어졌습니다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68680"/>
            <a:ext cx="11185855" cy="5349240"/>
          </a:xfrm>
          <a:prstGeom prst="roundRect">
            <a:avLst>
              <a:gd name="adj" fmla="val 684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868680"/>
            <a:ext cx="11185855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95097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95097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95097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918972"/>
            <a:ext cx="10472623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918972"/>
            <a:ext cx="1036289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notion.site/내-학습-노트-a4f9c2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1106424"/>
            <a:ext cx="11185855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106424"/>
            <a:ext cx="1170432" cy="5111496"/>
          </a:xfrm>
          <a:prstGeom prst="rect">
            <a:avLst/>
          </a:prstGeom>
          <a:solidFill>
            <a:srgbClr val="FBFBFA"/>
          </a:solidFill>
          <a:ln w="12700">
            <a:solidFill>
              <a:srgbClr val="FBF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73352" y="1106424"/>
            <a:ext cx="0" cy="5111496"/>
          </a:xfrm>
          <a:prstGeom prst="line">
            <a:avLst/>
          </a:prstGeom>
          <a:noFill/>
          <a:ln w="12700">
            <a:solidFill>
              <a:srgbClr val="EDED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121615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121615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777240" y="1216152"/>
            <a:ext cx="850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김민준의 노션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" y="143560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검색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2648" y="162763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🏠 홈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30936" y="1819656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9A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페이지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76072" y="1970532"/>
            <a:ext cx="1014984" cy="173736"/>
          </a:xfrm>
          <a:prstGeom prst="roundRect">
            <a:avLst>
              <a:gd name="adj" fmla="val 10526"/>
            </a:avLst>
          </a:prstGeom>
          <a:solidFill>
            <a:srgbClr val="EDEDEB"/>
          </a:solidFill>
          <a:ln w="12700">
            <a:solidFill>
              <a:srgbClr val="EDED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198424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 내 학습 노트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58952" y="217627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 8/11 이상 감지</a:t>
            </a:r>
            <a:endParaRPr lang="en-US" sz="750" dirty="0"/>
          </a:p>
        </p:txBody>
      </p:sp>
      <p:pic>
        <p:nvPicPr>
          <p:cNvPr id="24" name="Image 0" descr="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1106424"/>
            <a:ext cx="10015423" cy="56692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057400" y="15179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2057400" y="20208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학습 노트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2057400" y="24323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수업을 듣고 온 날, 카드를 만듭니다.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안에는 개념을 제목으로 나눕니다.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057400" y="3026664"/>
            <a:ext cx="9247327" cy="365760"/>
          </a:xfrm>
          <a:prstGeom prst="roundRect">
            <a:avLst>
              <a:gd name="adj" fmla="val 7500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130552" y="302666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368296" y="3026664"/>
            <a:ext cx="8863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이해한 걸 먼저 쓴다.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057400" y="3593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기록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2057400" y="3959352"/>
            <a:ext cx="850392" cy="182880"/>
          </a:xfrm>
          <a:prstGeom prst="roundRect">
            <a:avLst>
              <a:gd name="adj" fmla="val 15000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057400" y="3959352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 갤러리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2980944" y="3959352"/>
            <a:ext cx="534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▦ 표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3589020" y="3959352"/>
            <a:ext cx="7452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▥ 분야별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407408" y="3959352"/>
            <a:ext cx="11658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🔁 남은 것 1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2057400" y="4160520"/>
            <a:ext cx="9247327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057400" y="4398264"/>
            <a:ext cx="2960522" cy="14173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pic>
        <p:nvPicPr>
          <p:cNvPr id="39" name="Image 1" descr="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4407408"/>
            <a:ext cx="2942234" cy="56692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2185416" y="5074920"/>
            <a:ext cx="27044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8/11 이상 감지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2185416" y="5477256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FFE2DD"/>
          </a:solidFill>
          <a:ln w="12700">
            <a:solidFill>
              <a:srgbClr val="FFE2DD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185416" y="547725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17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설명못함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5200802" y="4398264"/>
            <a:ext cx="2960522" cy="14173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328818" y="5074920"/>
            <a:ext cx="27044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새 페이지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8344205" y="4398264"/>
            <a:ext cx="2960522" cy="1417320"/>
          </a:xfrm>
          <a:prstGeom prst="roundRect">
            <a:avLst>
              <a:gd name="adj" fmla="val 1935"/>
            </a:avLst>
          </a:prstGeom>
          <a:solidFill>
            <a:srgbClr val="FCFCFB"/>
          </a:solidFill>
          <a:ln w="12700">
            <a:solidFill>
              <a:srgbClr val="EAEAE8"/>
            </a:solidFill>
            <a:prstDash val="dash"/>
          </a:ln>
        </p:spPr>
      </p:sp>
      <p:sp>
        <p:nvSpPr>
          <p:cNvPr id="46" name="Text 42"/>
          <p:cNvSpPr/>
          <p:nvPr/>
        </p:nvSpPr>
        <p:spPr>
          <a:xfrm>
            <a:off x="8472221" y="5074920"/>
            <a:ext cx="27044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7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오후 수업이 여기에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24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채우는 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순서만 지키면 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</a:t>
            </a:r>
            <a:pPr indent="0" marL="0">
              <a:buNone/>
            </a:pPr>
            <a:r>
              <a:rPr lang="en-US" sz="3100" b="1" spc="-6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</a:t>
            </a:r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그다음 교정받는다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AI에게 먼저 물어보면 그 답을 읽고 끝납니다. 순서를 바꾸면 결과가 달라집니다.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6E8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505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✍️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12648" y="290779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내가 먼저 쓴다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2648" y="340156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기억나는 대로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틀려도 됩니다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35808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47288" y="228600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6E8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24505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57016" y="290779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AI에게 교정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57016" y="340156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"이렇게 이해했는데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맞나요?"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80176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91656" y="228600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F5F8FE"/>
          </a:solidFill>
          <a:ln w="25400">
            <a:solidFill>
              <a:srgbClr val="2F6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24505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01384" y="290779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뭘 모르는지 드러난다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01384" y="340156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여기가 핵심입니다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24544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336024" y="228600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6E8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36024" y="24505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445752" y="290779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다시 쓴다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445752" y="340156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그게 카드에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들어갑니다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4572000"/>
            <a:ext cx="11185855" cy="548640"/>
          </a:xfrm>
          <a:prstGeom prst="roundRect">
            <a:avLst>
              <a:gd name="adj" fmla="val 10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457200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정의도 마찬가지입니다.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글자가 똑같아야 정답이 아니라 의미가 같으면 됩니다. 외우지 말고, 내가 이해한 말로 쓴 다음 교정받으세요.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24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채우는 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드러난 것을 푸는 방법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6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용어까지</a:t>
            </a:r>
            <a:endParaRPr lang="en-US" sz="2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6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내려갔다가 올라온다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실타래를 푼다고 생각하세요.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내려가야 풀립니다.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56616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3566160"/>
            <a:ext cx="4608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읽었는데 또 모르는 단어가 있으면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단어를 다시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물어봅니다. 바닥까지 내려간 다음, 이해한 것을 엮으며 올라옵니다.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0" y="1417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시작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29400" y="141732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DF0EE"/>
          </a:solidFill>
          <a:ln w="12700">
            <a:solidFill>
              <a:srgbClr val="FDF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0568" y="1417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이게 무슨 소리지?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0" y="207568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1단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49440" y="2075688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DF0EE"/>
          </a:solidFill>
          <a:ln w="12700">
            <a:solidFill>
              <a:srgbClr val="FDF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0608" y="20756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그럼 이 용어는 뭔데?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0" y="273405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2단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69480" y="2734056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FDF0EE"/>
          </a:solidFill>
          <a:ln w="12700">
            <a:solidFill>
              <a:srgbClr val="FDF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0648" y="27340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또 뭘 재는 값이지?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0" y="33924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이해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69480" y="3392424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0648" y="33924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F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 이거구나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0" y="405079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엮기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49440" y="4050792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40507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F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그렇게 되는구나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0" y="47091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완성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29400" y="470916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F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카드에 내 문장으로 한 줄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24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안 다룬 기능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필요해지면 그때 찾아보면 됩니다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29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874520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929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컬럼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92440" y="1874520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929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 블록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441448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96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동기화 블록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297680" y="2441448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496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캘린더 · 타임라인 뷰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92440" y="2441448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2496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관계형 · 롤업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3008376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수식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3008376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(유료)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092440" y="3008376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클리퍼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3575304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30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· 멘션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297680" y="3575304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3630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첨부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092440" y="3575304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2440" y="3630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복제 · 되돌리기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02920" y="4754880"/>
            <a:ext cx="11185855" cy="502920"/>
          </a:xfrm>
          <a:prstGeom prst="roundRect">
            <a:avLst>
              <a:gd name="adj" fmla="val 10909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4754880"/>
            <a:ext cx="108566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기능이 늘면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정리가 아니라 노션 관리를 하게 됩니다. 오늘 만든 것만으로 학기 내내 씁니다.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24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틀은 만들었습니다.</a:t>
            </a:r>
            <a:endParaRPr lang="en-US" sz="3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오늘부터 여기에 쌓으면 됩니다.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받겠습니다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노션으로 자산화하기</dc:title>
  <dc:subject>PptxGenJS Presentation</dc:subject>
  <dc:creator>경남대 특강</dc:creator>
  <cp:lastModifiedBy>경남대 특강</cp:lastModifiedBy>
  <cp:revision>1</cp:revision>
  <dcterms:created xsi:type="dcterms:W3CDTF">2026-08-10T08:45:49Z</dcterms:created>
  <dcterms:modified xsi:type="dcterms:W3CDTF">2026-08-10T08:45:49Z</dcterms:modified>
</cp:coreProperties>
</file>